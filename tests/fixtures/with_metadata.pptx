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256"/>
    <sldId id="257" r:id="rId257"/>
    <sldId id="258" r:id="rId258"/>
  </sldIdLst>
  <sldSz cx="9144000" cy="6858000"/>
  <notesSz cx="6858000" cy="9144000"/>
</presentation>
</file>

<file path=ppt/presProps.xml><?xml version="1.0" encoding="utf-8"?>
<presentationPr xmlns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6" Type="http://schemas.openxmlformats.org/officeDocument/2006/relationships/slide" Target="slides/slide1.xml"/><Relationship Id="rId257" Type="http://schemas.openxmlformats.org/officeDocument/2006/relationships/slide" Target="slides/slide2.xml"/><Relationship Id="rId258" Type="http://schemas.openxmlformats.org/officeDocument/2006/relationships/slide" Target="slides/slide3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notesSlides/notesSlide1.xml><?xml version="1.0" encoding="utf-8"?>
<notes xmlns="http://schemas.openxmlformats.org/presentationml/2006/main" xmlns:a="http://schemas.openxmlformats.org/drawingml/2006/main">
  <cSld>
    <spTree>
      <sp>
        <nvSpPr>
          <cNvPr id="1" name="Notes"/>
          <cNvSpPr/>
          <nvPr/>
        </nvSpPr>
        <spPr/>
        <txBody>
          <a:bodyPr/>
          <a:p>
            <a:r>
              <a:t>@section: CI/CD
@feature: Pipeline
@tags: devops, 自动化
@status: stable
@owner: 张三
---
备注内容</a:t>
            </a:r>
            <a:endParaRPr lang="en-US"/>
          </a:p>
        </txBody>
      </sp>
    </spTree>
  </cSld>
</notes>
</file>

<file path=ppt/notesSlides/notesSlide2.xml><?xml version="1.0" encoding="utf-8"?>
<notes xmlns="http://schemas.openxmlformats.org/presentationml/2006/main" xmlns:a="http://schemas.openxmlformats.org/drawingml/2006/main">
  <cSld>
    <spTree>
      <sp>
        <nvSpPr>
          <cNvPr id="1" name="Notes"/>
          <cNvSpPr/>
          <nvPr/>
        </nvSpPr>
        <spPr/>
        <txBody>
          <a:bodyPr/>
          <a:p>
            <a:r>
              <a:t>@section: CI/CD
@feature: Runner
@status: stable
---
第二页备注</a:t>
            </a:r>
            <a:endParaRPr lang="en-US"/>
          </a:p>
        </txBody>
      </sp>
    </spTree>
  </cSld>
</notes>
</file>

<file path=ppt/notesSlides/notesSlide3.xml><?xml version="1.0" encoding="utf-8"?>
<notes xmlns="http://schemas.openxmlformats.org/presentationml/2006/main" xmlns:a="http://schemas.openxmlformats.org/drawingml/2006/main">
  <cSld>
    <spTree>
      <sp>
        <nvSpPr>
          <cNvPr id="1" name="Notes"/>
          <cNvSpPr/>
          <nvPr/>
        </nvSpPr>
        <spPr/>
        <txBody>
          <a:bodyPr/>
          <a:p>
            <a:r>
              <a:t>@status: deprecated
@owner: 李四
---
过时了</a:t>
            </a:r>
            <a:endParaRPr lang="en-US"/>
          </a:p>
        </txBody>
      </sp>
    </spTree>
  </cSld>
</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sldLayout xmlns="http://schemas.openxmlformats.org/presentationml/2006/main">
  <cSld>
    <spTree/>
  </cSld>
</sldLayout>
</file>

<file path=ppt/slideLayouts/slideLayout2.xml><?xml version="1.0" encoding="utf-8"?>
<sldLayout xmlns="http://schemas.openxmlformats.org/presentationml/2006/main">
  <cSld>
    <spTree/>
  </cSld>
</sldLayout>
</file>

<file path=ppt/slideLayouts/slideLayout3.xml><?xml version="1.0" encoding="utf-8"?>
<sldLayout xmlns="http://schemas.openxmlformats.org/presentationml/2006/main">
  <cSld>
    <spTree/>
  </cSld>
</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sldMaster xmlns="http://schemas.openxmlformats.org/presentationml/2006/main">
  <cSld>
    <spTree/>
  </cSld>
</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pic>
        <nvPicPr>
          <cNvPr id="2" name="Image"/>
          <cNvPicPr/>
          <nvPr/>
        </nvPicPr>
        <blipFill>
          <a:blip r:embed="rId2"/>
          <a:stretch>
            <a:fillRect/>
          </a:stretch>
        </blipFill>
        <spPr>
          <a:xfrm>
            <a:off x="0" y="0"/>
            <a:ext cx="9144000" cy="6858000"/>
          </a:xfrm>
          <a:prstGeom prst="rect">
            <a:avLst/>
          </a:prstGeom>
        </spPr>
      </pic>
    </spTree>
  </cSld>
</sld>
</file>

<file path=ppt/slides/slide2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pic>
        <nvPicPr>
          <cNvPr id="2" name="Image"/>
          <cNvPicPr/>
          <nvPr/>
        </nvPicPr>
        <blipFill>
          <a:blip r:embed="rId2"/>
          <a:stretch>
            <a:fillRect/>
          </a:stretch>
        </blipFill>
        <spPr>
          <a:xfrm>
            <a:off x="0" y="0"/>
            <a:ext cx="9144000" cy="6858000"/>
          </a:xfrm>
          <a:prstGeom prst="rect">
            <a:avLst/>
          </a:prstGeom>
        </spPr>
      </pic>
    </spTree>
  </cSld>
</sld>
</file>

<file path=ppt/slides/slide3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pic>
        <nvPicPr>
          <cNvPr id="2" name="Image"/>
          <cNvPicPr/>
          <nvPr/>
        </nvPicPr>
        <blipFill>
          <a:blip r:embed="rId2"/>
          <a:stretch>
            <a:fillRect/>
          </a:stretch>
        </blipFill>
        <spPr>
          <a:xfrm>
            <a:off x="0" y="0"/>
            <a:ext cx="9144000" cy="6858000"/>
          </a:xfrm>
          <a:prstGeom prst="rect">
            <a:avLst/>
          </a:prstGeom>
        </spPr>
      </pic>
    </spTree>
  </cSld>
</sld>
</file>

<file path=ppt/theme/theme1.xml><?xml version="1.0" encoding="utf-8"?>
<theme xmlns="http://schemas.openxmlformats.org/drawingml/2006/main" name="Default"/>
</file>