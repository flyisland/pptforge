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resentation xmlns="http://schemas.openxmlformats.org/presentationml/2006/main" xmlns:r="http://schemas.openxmlformats.org/officeDocument/2006/relationships">
  <sldIdLst>
    <sldId id="256" r:id="rId256"/>
    <sldId id="257" r:id="rId257"/>
    <sldId id="258" r:id="rId258"/>
  </sldIdLst>
  <sldSz cx="9144000" cy="6858000"/>
  <notesSz cx="6858000" cy="9144000"/>
</presentation>
</file>

<file path=ppt/presProps.xml><?xml version="1.0" encoding="utf-8"?>
<presentationPr xmlns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6" Type="http://schemas.openxmlformats.org/officeDocument/2006/relationships/slide" Target="slides/slide1.xml"/><Relationship Id="rId257" Type="http://schemas.openxmlformats.org/officeDocument/2006/relationships/slide" Target="slides/slide2.xml"/><Relationship Id="rId258" Type="http://schemas.openxmlformats.org/officeDocument/2006/relationships/slide" Target="slides/slide3.xml"/><Relationship Id="rId3" Type="http://schemas.openxmlformats.org/officeDocument/2006/relationships/presProps" Target="presProps.xml"/><Relationship Id="rId4" Type="http://schemas.openxmlformats.org/officeDocument/2006/relationships/theme" Target="theme/them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sldLayout xmlns="http://schemas.openxmlformats.org/presentationml/2006/main" name="LayoutB">
  <cSld>
    <spTree>
      <sp>
        <nvSpPr>
          <cNvPr name="LayoutB"/>
          <cNvSpPr/>
          <nvPr/>
        </nvSpPr>
        <spPr/>
      </sp>
    </spTree>
  </cSld>
</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sldMaster xmlns="http://schemas.openxmlformats.org/presentationml/2006/main" name="MasterB">
  <cSld>
    <spTree/>
  </cSld>
</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sp>
        <nvSpPr>
          <cNvPr id="1" name="Title"/>
          <cNvSpPr/>
          <nvPr/>
        </nvSpPr>
        <spPr/>
        <txBody>
          <a:bodyPr/>
          <a:lstStyle/>
          <a:p>
            <a:r>
              <a:t>Hello</a:t>
            </a:r>
            <a:endParaRPr lang="en-US"/>
          </a:p>
        </txBody>
      </sp>
    </spTree>
  </cSld>
</sld>
</file>

<file path=ppt/slides/slide2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sp>
        <nvSpPr>
          <cNvPr id="1" name="Title"/>
          <cNvSpPr/>
          <nvPr/>
        </nvSpPr>
        <spPr/>
        <txBody>
          <a:bodyPr/>
          <a:lstStyle/>
          <a:p>
            <a:r>
              <a:t>Hello</a:t>
            </a:r>
            <a:endParaRPr lang="en-US"/>
          </a:p>
        </txBody>
      </sp>
    </spTree>
  </cSld>
</sld>
</file>

<file path=ppt/slides/slide3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sp>
        <nvSpPr>
          <cNvPr id="1" name="Title"/>
          <cNvSpPr/>
          <nvPr/>
        </nvSpPr>
        <spPr/>
        <txBody>
          <a:bodyPr/>
          <a:lstStyle/>
          <a:p>
            <a:r>
              <a:t>Hello</a:t>
            </a:r>
            <a:endParaRPr lang="en-US"/>
          </a:p>
        </txBody>
      </sp>
    </spTree>
  </cSld>
</sld>
</file>

<file path=ppt/theme/theme1.xml><?xml version="1.0" encoding="utf-8"?>
<theme xmlns="http://schemas.openxmlformats.org/drawingml/2006/main" name="Default"/>
</file>