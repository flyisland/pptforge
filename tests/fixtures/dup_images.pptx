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resentation xmlns="http://schemas.openxmlformats.org/presentationml/2006/main" xmlns:r="http://schemas.openxmlformats.org/officeDocument/2006/relationships">
  <sldIdLst>
    <sldId id="256" r:id="rId256"/>
    <sldId id="257" r:id="rId257"/>
  </sldIdLst>
  <sldSz cx="9144000" cy="6858000"/>
  <notesSz cx="6858000" cy="9144000"/>
</presentation>
</file>

<file path=ppt/presProps.xml><?xml version="1.0" encoding="utf-8"?>
<presentationPr xmlns="http://schemas.openxmlformats.org/presentationml/2006/main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56" Type="http://schemas.openxmlformats.org/officeDocument/2006/relationships/slide" Target="slides/slide1.xml"/><Relationship Id="rId257" Type="http://schemas.openxmlformats.org/officeDocument/2006/relationships/slide" Target="slides/slide2.xml"/><Relationship Id="rId3" Type="http://schemas.openxmlformats.org/officeDocument/2006/relationships/presProps" Target="presProps.xml"/><Relationship Id="rId4" Type="http://schemas.openxmlformats.org/officeDocument/2006/relationships/theme" Target="theme/them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sldLayout xmlns="http://schemas.openxmlformats.org/presentationml/2006/main">
  <cSld>
    <spTree/>
  </cSld>
</sldLayout>
</file>

<file path=ppt/slideLayouts/slideLayout2.xml><?xml version="1.0" encoding="utf-8"?>
<sldLayout xmlns="http://schemas.openxmlformats.org/presentationml/2006/main">
  <cSld>
    <spTree/>
  </cSld>
</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sldMaster xmlns="http://schemas.openxmlformats.org/presentationml/2006/main">
  <cSld>
    <spTree/>
  </cSld>
</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sld xmlns="http://schemas.openxmlformats.org/presentationml/2006/main" xmlns:a="http://schemas.openxmlformats.org/drawingml/2006/main" xmlns:r="http://schemas.openxmlformats.org/officeDocument/2006/relationships">
  <cSld>
    <spTree>
      <pic>
        <nvPicPr>
          <cNvPr id="2" name="Image"/>
          <cNvPicPr/>
          <nvPr/>
        </nvPicPr>
        <blipFill>
          <a:blip r:embed="rId2"/>
          <a:stretch>
            <a:fillRect/>
          </a:stretch>
        </blipFill>
        <spPr>
          <a:xfrm>
            <a:off x="0" y="0"/>
            <a:ext cx="9144000" cy="6858000"/>
          </a:xfrm>
          <a:prstGeom prst="rect">
            <a:avLst/>
          </a:prstGeom>
        </spPr>
      </pic>
    </spTree>
  </cSld>
</sld>
</file>

<file path=ppt/slides/slide2.xml><?xml version="1.0" encoding="utf-8"?>
<sld xmlns="http://schemas.openxmlformats.org/presentationml/2006/main" xmlns:a="http://schemas.openxmlformats.org/drawingml/2006/main" xmlns:r="http://schemas.openxmlformats.org/officeDocument/2006/relationships">
  <cSld>
    <spTree>
      <pic>
        <nvPicPr>
          <cNvPr id="2" name="Image"/>
          <cNvPicPr/>
          <nvPr/>
        </nvPicPr>
        <blipFill>
          <a:blip r:embed="rId2"/>
          <a:stretch>
            <a:fillRect/>
          </a:stretch>
        </blipFill>
        <spPr>
          <a:xfrm>
            <a:off x="0" y="0"/>
            <a:ext cx="9144000" cy="6858000"/>
          </a:xfrm>
          <a:prstGeom prst="rect">
            <a:avLst/>
          </a:prstGeom>
        </spPr>
      </pic>
    </spTree>
  </cSld>
</sld>
</file>

<file path=ppt/theme/theme1.xml><?xml version="1.0" encoding="utf-8"?>
<theme xmlns="http://schemas.openxmlformats.org/drawingml/2006/main" name="Default"/>
</file>